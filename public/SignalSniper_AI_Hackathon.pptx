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alibri"/>
              </a:defRPr>
            </a:pPr>
            <a:r>
              <a:t>◎  SignalSniper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AMD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F0F0"/>
                </a:solidFill>
                <a:latin typeface="Georgia"/>
              </a:defRPr>
            </a:pPr>
            <a:r>
              <a:t>Forex signals,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E87B"/>
                </a:solidFill>
                <a:latin typeface="Georgia"/>
              </a:defRPr>
            </a:pPr>
            <a:r>
              <a:t>explained by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  <a:r>
              <a:t>A dual-AI pipeline that transforms raw trading signals into structured, trader-grade analysis — powered by Fireworks AI and AMD GPU-accelerated Gemma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18288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87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E87B"/>
                </a:solidFill>
                <a:latin typeface="Consolas"/>
              </a:defRPr>
            </a:pPr>
            <a:r>
              <a:t>● Live Demo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669280"/>
            <a:ext cx="329184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5687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Consolas"/>
              </a:defRPr>
            </a:pPr>
            <a:r>
              <a:t>Next.js · Fireworks AI · Gemma · vLLM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Traders drown in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808080"/>
                </a:solidFill>
                <a:latin typeface="Georgia"/>
              </a:defRPr>
            </a:pPr>
            <a:r>
              <a:t>but starve for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3200400" cy="2926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43F5E"/>
                </a:solidFill>
                <a:latin typeface="Georgia"/>
              </a:defRPr>
            </a:pPr>
            <a: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55555"/>
                </a:solidFill>
                <a:latin typeface="Consolas"/>
              </a:defRPr>
            </a:pPr>
            <a:r>
              <a:t>OF RETAIL TRADERS LOSE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Most follow signals blindly without understanding the reasoning — leading to poor execution and emotional exits.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3200400" cy="2926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9E0B"/>
                </a:solidFill>
                <a:latin typeface="Georgia"/>
              </a:defRPr>
            </a:pPr>
            <a:r>
              <a:t>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55555"/>
                </a:solidFill>
                <a:latin typeface="Consolas"/>
              </a:defRPr>
            </a:pPr>
            <a:r>
              <a:t>THAT'S THE ENTIRE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572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Traditional signal services output a single word. No entry context, no risk assessment, no market sentiment.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108960"/>
            <a:ext cx="3200400" cy="2926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A855F7"/>
                </a:solidFill>
                <a:latin typeface="Georgia"/>
              </a:defRPr>
            </a:pPr>
            <a:r>
              <a:t>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4114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55555"/>
                </a:solidFill>
                <a:latin typeface="Consolas"/>
              </a:defRPr>
            </a:pPr>
            <a: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4572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Traders have no way to understand why a signal was generated. Technical analysis is reduced to a badge.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One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E87B"/>
                </a:solidFill>
                <a:latin typeface="Georgia"/>
              </a:defRPr>
            </a:pPr>
            <a:r>
              <a:t>Full trade 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5303520" cy="868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14 Technical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RSI, MACD, Bollinger Bands, EMA, SMA, Stochastic, ATR, ADX — all fed into the AI prompt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79"/>
            <a:ext cx="5303520" cy="868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605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605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Trader-Grade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Entry price, stop loss, take profit, R:R ratio, support/resistance levels, key pivot 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5303520" cy="868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AI-Explained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532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Calibri"/>
              </a:defRPr>
            </a:pPr>
            <a:r>
              <a:t>Market sentiment, numbered reasons, risk warnings — not just BUY but why you should.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17520"/>
            <a:ext cx="4754880" cy="32918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// Structured AI output — not a black box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"recommendation": "SELL",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"confidence": 68,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"trend": "BEARISH",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"risk": "MEDIUM",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"entryPrice": 1.1035,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"stopLoss": 1.1150,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"takeProfit": 1.0900,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"riskRewardRatio": "1:2",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"marketSentiment": "...",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"reasons": ["..."],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  "warnings": ["..."]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Dual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  <a:r>
              <a:t>Two specialized AI layers — one for structured analysis, one for narrative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502920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54864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383280"/>
            <a:ext cx="2286000" cy="274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401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B6D4"/>
                </a:solidFill>
                <a:latin typeface="Consolas"/>
              </a:defRPr>
            </a:pPr>
            <a:r>
              <a:t>● Pipeline 1 — Signal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Fireworks AI → Structured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Live Rates API  →  14 Indicators</a:t>
            </a:r>
          </a:p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Prompt Builder  →  Gemma 3N 27B</a:t>
            </a:r>
          </a:p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JSON Extractor  →  Cache (1hr TTL)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Fallback chain: gemma3n-27b → gpt-oss-120b.</a:t>
            </a:r>
            <a:br/>
            <a:r>
              <a:t>If primary fails, secondary takes over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00400"/>
            <a:ext cx="502920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3200400"/>
            <a:ext cx="54864" cy="3200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3383280"/>
            <a:ext cx="2286000" cy="274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4015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55F7"/>
                </a:solidFill>
                <a:latin typeface="Consolas"/>
              </a:defRPr>
            </a:pPr>
            <a:r>
              <a:t>● Pipeline 2 — Deep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AMD GPU + vLLM →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Signal Data  →  Prompt Template</a:t>
            </a:r>
          </a:p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vLLM Server  →  AMD GPU (ROCm)</a:t>
            </a:r>
          </a:p>
          <a:p>
            <a:pPr>
              <a:spcAft>
                <a:spcPts val="660"/>
              </a:spcAft>
              <a:defRPr sz="1100">
                <a:solidFill>
                  <a:srgbClr val="808080"/>
                </a:solidFill>
                <a:latin typeface="Calibri"/>
              </a:defRPr>
            </a:pPr>
            <a:r>
              <a:t>Gemma Model  →  Analysis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Mock ↔ Real toggle: one env var switches</a:t>
            </a:r>
            <a:br/>
            <a:r>
              <a:t>between mock and live AMD GPU inference.</a:t>
            </a:r>
            <a:br/>
            <a:r>
              <a:t>Zero code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End-to-End Request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  <a:r>
              <a:t>From browser click to AI inference and back — a complete signal analysis in under 3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411480" cy="411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0E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87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User clicks "Analyze" on a currency 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20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POST /api/analyze with pair name + live exchange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86200"/>
            <a:ext cx="411480" cy="411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904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Server checks in-memory cache (1hr TTL)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06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Fresh data returned instantly; otherwise proceeds to Fireworks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411480" cy="411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90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Fireworks AI receives prompt with 14 indicators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92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RSI, MACD, Bollinger, EMA, SMA, Stochastic, ATR, ADX, volume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57800"/>
            <a:ext cx="411480" cy="411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76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Gemma AI deep-dive via AMD GPU (vLLM)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577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Signal data → prompt template → self-hosted Gemma → narrative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943600"/>
            <a:ext cx="411480" cy="411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961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Dashboard renders full trade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263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Confidence, trend/risk, entry/SL/TP, key levels, sentiment, reasons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Built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55555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13716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Next.js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3017520"/>
            <a:ext cx="13716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React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017520"/>
            <a:ext cx="13716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1648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017520"/>
            <a:ext cx="13716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Tailwind CSS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017520"/>
            <a:ext cx="137160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Canvas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55555"/>
                </a:solidFill>
                <a:latin typeface="Consolas"/>
              </a:defRPr>
            </a:pPr>
            <a:r>
              <a:t>AI /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173736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Fireworks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931920"/>
            <a:ext cx="173736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Gemma 3N 27B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931920"/>
            <a:ext cx="173736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GPT-OSS 120B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31920"/>
            <a:ext cx="173736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ED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vLLM 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931920"/>
            <a:ext cx="173736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ED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3648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ROCm / AMD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5555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846320"/>
            <a:ext cx="201168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ExchangeRate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4846320"/>
            <a:ext cx="201168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48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In-Memory Cache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4846320"/>
            <a:ext cx="201168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0"/>
                </a:solidFill>
                <a:latin typeface="Consolas"/>
              </a:defRPr>
            </a:pPr>
            <a:r>
              <a:t>Promise.all Parallel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2743200"/>
            <a:ext cx="274320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87B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Consolas"/>
              </a:defRPr>
            </a:pPr>
            <a:r>
              <a:t>SOURCE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Consolas"/>
              </a:defRPr>
            </a:pPr>
            <a:r>
              <a:t>API ENDPOINTS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120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855F7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Consolas"/>
              </a:defRPr>
            </a:pPr>
            <a:r>
              <a:t>FOREX PAIRS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AMD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GPU-Accelerated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808080"/>
                </a:solidFill>
                <a:latin typeface="Georgia"/>
              </a:defRPr>
            </a:pPr>
            <a:r>
              <a:t>on AMD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5029200" cy="1828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1645920" cy="274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ED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1868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D64A6"/>
                </a:solidFill>
                <a:latin typeface="Consolas"/>
              </a:defRPr>
            </a:pPr>
            <a:r>
              <a:t>● vLLM + ROCm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The Gemma deep-explanation pipeline runs on a self-hosted vLLM server with AMD ROCm acceleration. The OpenAI-compatible /v1/chat/completions endpoint serves the Gemma model for narrative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5029200" cy="1554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5212080"/>
            <a:ext cx="1920240" cy="274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0E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52303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E87B"/>
                </a:solidFill>
                <a:latin typeface="Consolas"/>
              </a:defRPr>
            </a:pPr>
            <a:r>
              <a:t>● Zero-Config 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235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A single environment variable switches between mock and real AMD GPU inference. The API route, frontend, and UI remain identical — no code changes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17520"/>
            <a:ext cx="5029200" cy="3566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Why AMD for AI Inference?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200">
                <a:solidFill>
                  <a:srgbClr val="808080"/>
                </a:solidFill>
                <a:latin typeface="Calibri"/>
              </a:defRPr>
            </a:pPr>
            <a:r>
              <a:t>✓  ROCm ecosystem mature for LLM inference</a:t>
            </a:r>
          </a:p>
          <a:p>
            <a:pPr>
              <a:spcAft>
                <a:spcPts val="719"/>
              </a:spcAft>
              <a:defRPr sz="1200">
                <a:solidFill>
                  <a:srgbClr val="808080"/>
                </a:solidFill>
                <a:latin typeface="Calibri"/>
              </a:defRPr>
            </a:pPr>
            <a:r>
              <a:t>✓  vLLM native support for AMD GPUs</a:t>
            </a:r>
          </a:p>
          <a:p>
            <a:pPr>
              <a:spcAft>
                <a:spcPts val="719"/>
              </a:spcAft>
              <a:defRPr sz="1200">
                <a:solidFill>
                  <a:srgbClr val="808080"/>
                </a:solidFill>
                <a:latin typeface="Calibri"/>
              </a:defRPr>
            </a:pPr>
            <a:r>
              <a:t>✓  Cost-effective vs. NVIDIA for inference workloads</a:t>
            </a:r>
          </a:p>
          <a:p>
            <a:pPr>
              <a:spcAft>
                <a:spcPts val="719"/>
              </a:spcAft>
              <a:defRPr sz="1200">
                <a:solidFill>
                  <a:srgbClr val="808080"/>
                </a:solidFill>
                <a:latin typeface="Calibri"/>
              </a:defRPr>
            </a:pPr>
            <a:r>
              <a:t>✓  Gemma 3N 27B runs efficiently on MI300X</a:t>
            </a:r>
          </a:p>
          <a:p>
            <a:pPr>
              <a:spcAft>
                <a:spcPts val="719"/>
              </a:spcAft>
              <a:defRPr sz="1200">
                <a:solidFill>
                  <a:srgbClr val="808080"/>
                </a:solidFill>
                <a:latin typeface="Calibri"/>
              </a:defRPr>
            </a:pPr>
            <a:r>
              <a:t>✓  High VRAM for large context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303520"/>
            <a:ext cx="4572000" cy="914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# One env var. That's it.</a:t>
            </a:r>
          </a:p>
          <a:p>
            <a:pPr>
              <a:spcAft>
                <a:spcPts val="600"/>
              </a:spcAft>
              <a:defRPr sz="1000">
                <a:solidFill>
                  <a:srgbClr val="808080"/>
                </a:solidFill>
                <a:latin typeface="Calibri"/>
              </a:defRPr>
            </a:pPr>
            <a:r>
              <a:t>GEMMA_API_URL=http://AMD_GPU:8000/v1/chat/completions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Technical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Robust JSON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LLMs don't always return clean JSON. Our extractor strips markdown fences, then uses brace-depth tracking to find the JSON object — even in messy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56032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Model Fallback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Primary model (Gemma 3N 27B) fails? Automatic failover to GPT-OSS 120B. Zero downtime, no user-facing errors. Graceful degradation built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6032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Parallel Signal 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All 3 forex pairs analyzed simultaneously via Promise.all. Combined with caching, dashboard loads in under 200ms on cache hit.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14 technical indicators injected into a structured prompt template. The AI receives market context, not just price — producing informed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57200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Live Rate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94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Exchange rates auto-refresh every 60 seconds. The current rate is injected into each analysis prompt — AI always sees real-time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572000"/>
            <a:ext cx="3383280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alibri"/>
              </a:defRPr>
            </a:pPr>
            <a:r>
              <a:t>Canvas Animation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94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Calibri"/>
              </a:defRPr>
            </a:pPr>
            <a:r>
              <a:t>Custom particle system with 80 floating nodes, animated candlestick chart, and sine waves — all GPU-accelerated via requestAnimationFrame.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SignalSniper vs. Traditional Signals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5555"/>
                          </a:solidFill>
                          <a:latin typeface="Consola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5555"/>
                          </a:solidFill>
                          <a:latin typeface="Consolas"/>
                        </a:defRPr>
                      </a:pPr>
                      <a:r>
                        <a:t>Traditional Signal Services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5555"/>
                          </a:solidFill>
                          <a:latin typeface="Consolas"/>
                        </a:defRPr>
                      </a:pPr>
                      <a:r>
                        <a:t>SignalSniper AI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"BUY EUR/USD"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Full trade thesis with 17 structured fields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Reasoning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AI-explained sentiment + numbered reasons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Risk Context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Generic "medium"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Dynamic SL/TP, R:R ratio, support/resistance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Data Input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Price only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14 technical indicators + live rates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AI Models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None (rule-based)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Dual pipeline: Fireworks + AMD GPU (Gemma)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Black box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Transparent reasoning, risk warnings, invalidation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808080"/>
                          </a:solidFill>
                          <a:latin typeface="Calibri"/>
                        </a:defRPr>
                      </a:pPr>
                      <a:r>
                        <a:t>Delayed alerts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87B"/>
                          </a:solidFill>
                          <a:latin typeface="Calibri"/>
                        </a:defRPr>
                      </a:pPr>
                      <a:r>
                        <a:t>Real-time with 1hr intelligent caching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87B"/>
                </a:solidFill>
                <a:latin typeface="Consola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0F0F0"/>
                </a:solidFill>
                <a:latin typeface="Georgia"/>
              </a:defRPr>
            </a:pPr>
            <a: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5303520" cy="10972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54864" cy="1097280"/>
          </a:xfrm>
          <a:prstGeom prst="rect">
            <a:avLst/>
          </a:prstGeom>
          <a:solidFill>
            <a:srgbClr val="00E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87B"/>
                </a:solidFill>
                <a:latin typeface="Consolas"/>
              </a:defRPr>
            </a:pPr>
            <a:r>
              <a:t>Phase 1 —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3 major forex pairs, dual AI pipeline, live rates, structured trade cards with full AI-explained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5303520" cy="10972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54864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Phase 2 — 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Add 20+ forex pairs, crypto support, multi-timeframe analysis, backtesting engine, and user-defined risk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5303520" cy="10972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54864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96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55F7"/>
                </a:solidFill>
                <a:latin typeface="Consolas"/>
              </a:defRPr>
            </a:pPr>
            <a:r>
              <a:t>Phase 3 —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97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Real-time WebSocket price feeds, push notifications, portfolio tracking, and multi-AMD-GPU inference cluster.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4846320" cy="38404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0"/>
                </a:solidFill>
                <a:latin typeface="Calibri"/>
              </a:defRPr>
            </a:pPr>
            <a:r>
              <a:t>◎  SignalSniper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80"/>
                </a:solidFill>
                <a:latin typeface="Georgia"/>
              </a:defRPr>
            </a:pPr>
            <a:r>
              <a:t>"Trade smarter</a:t>
            </a:r>
            <a:br/>
            <a:r>
              <a:t>through understanding."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486400"/>
            <a:ext cx="3474720" cy="320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0E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5504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E87B"/>
                </a:solidFill>
                <a:latin typeface="Consolas"/>
              </a:defRPr>
            </a:pPr>
            <a:r>
              <a:t>● github.com/public321-ai/signalsniper-ai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Built for AMD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